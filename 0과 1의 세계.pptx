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7" r:id="rId9"/>
    <p:sldId id="261" r:id="rId10"/>
    <p:sldId id="262" r:id="rId11"/>
    <p:sldId id="263" r:id="rId12"/>
    <p:sldId id="264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84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68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500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1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10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361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396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61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403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9588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880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678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E3C86B-6AED-4434-8A3E-26FD805DCBFA}" type="datetimeFigureOut">
              <a:rPr lang="ko-KR" altLang="en-US" smtClean="0"/>
              <a:t>2022-07-22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65ACA-0C83-438B-97E0-DE1693ACB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079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0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세계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T트렌드 속성 가이드북] 영화 '매트릭스'와 메타버스 - 모비인사이드 MOBIINSID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282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존 투키 편집하기 - 제타위키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755" y="1126477"/>
            <a:ext cx="3192932" cy="3884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96750" y="5138672"/>
            <a:ext cx="479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통계학자 존 </a:t>
            </a:r>
            <a:r>
              <a:rPr lang="ko-KR" altLang="en-US" dirty="0" err="1" smtClean="0"/>
              <a:t>투키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397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t1.daumcdn.net/cfile/tistory/267D783D51F75D14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932" y="1935474"/>
            <a:ext cx="4477513" cy="3022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906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s://t1.daumcdn.net/cfile/tistory/2419BB4451F75D3F0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746" y="181576"/>
            <a:ext cx="5446735" cy="529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19707" y="5847009"/>
            <a:ext cx="9247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/>
              <a:t>바이트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킬로바이트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메가바이트 </a:t>
            </a:r>
            <a:r>
              <a:rPr lang="en-US" altLang="ko-KR" dirty="0" smtClean="0"/>
              <a:t>-&gt; </a:t>
            </a:r>
            <a:r>
              <a:rPr lang="ko-KR" altLang="en-US" dirty="0" smtClean="0"/>
              <a:t>기가바이트 </a:t>
            </a:r>
            <a:r>
              <a:rPr lang="en-US" altLang="ko-KR" dirty="0" smtClean="0"/>
              <a:t>-&gt; </a:t>
            </a:r>
            <a:r>
              <a:rPr lang="ko-KR" altLang="en-US" dirty="0" err="1" smtClean="0"/>
              <a:t>테라바이트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274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483" y="0"/>
            <a:ext cx="85103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504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667" y="0"/>
            <a:ext cx="91726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70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0974" y="0"/>
            <a:ext cx="89300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94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6140" y="1030310"/>
            <a:ext cx="7885610" cy="440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22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3009" y="1203437"/>
            <a:ext cx="6665689" cy="453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38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069" y="213775"/>
            <a:ext cx="7429500" cy="26955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18213"/>
            <a:ext cx="121920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55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0177" y="213816"/>
            <a:ext cx="6219825" cy="242887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194" y="2739087"/>
            <a:ext cx="8772524" cy="1837139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194" y="4769018"/>
            <a:ext cx="8893532" cy="208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34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75" y="0"/>
            <a:ext cx="10388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792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94" y="0"/>
            <a:ext cx="110418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395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1500"/>
            <a:ext cx="12192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404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5402" y="0"/>
            <a:ext cx="972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459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237"/>
            <a:ext cx="12192000" cy="61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784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225" y="785812"/>
            <a:ext cx="10115550" cy="528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3502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05" y="0"/>
            <a:ext cx="106939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832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2219683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감사합니다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054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4337"/>
            <a:ext cx="12192000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81150"/>
            <a:ext cx="12192000" cy="5276850"/>
          </a:xfrm>
          <a:prstGeom prst="rect">
            <a:avLst/>
          </a:prstGeom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dirty="0" err="1" smtClean="0"/>
              <a:t>ClassFull</a:t>
            </a:r>
            <a:r>
              <a:rPr lang="en-US" altLang="ko-KR" dirty="0" smtClean="0"/>
              <a:t> Address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4551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5412"/>
            <a:ext cx="12192000" cy="406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394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237"/>
            <a:ext cx="121920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557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21" y="0"/>
            <a:ext cx="119269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443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325"/>
            <a:ext cx="12192000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5748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3512"/>
            <a:ext cx="121920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603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ClassLess</a:t>
            </a:r>
            <a:r>
              <a:rPr lang="en-US" altLang="ko-KR" dirty="0" smtClean="0"/>
              <a:t> Address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35788"/>
            <a:ext cx="121920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326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6812"/>
            <a:ext cx="12192000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130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02595" y="283786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 smtClean="0"/>
              <a:t>특수 주소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08846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987" y="615009"/>
            <a:ext cx="8651089" cy="5657002"/>
          </a:xfrm>
        </p:spPr>
      </p:pic>
    </p:spTree>
    <p:extLst>
      <p:ext uri="{BB962C8B-B14F-4D97-AF65-F5344CB8AC3E}">
        <p14:creationId xmlns:p14="http://schemas.microsoft.com/office/powerpoint/2010/main" val="1259080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04900"/>
            <a:ext cx="12192000" cy="464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7583" y="321972"/>
            <a:ext cx="44045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Limited broadcast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518610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609600"/>
            <a:ext cx="117729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987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8162"/>
            <a:ext cx="12192000" cy="578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75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878" y="0"/>
            <a:ext cx="11168244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75054" y="296214"/>
            <a:ext cx="373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smtClean="0"/>
              <a:t>Directed broadcast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14436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870" y="0"/>
            <a:ext cx="91822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354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99563" y="26060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ko-KR" altLang="en-US" sz="5400" dirty="0" smtClean="0"/>
              <a:t> 진짜 끝 </a:t>
            </a:r>
            <a:endParaRPr lang="ko-KR" altLang="en-US" sz="5400" dirty="0"/>
          </a:p>
        </p:txBody>
      </p:sp>
    </p:spTree>
    <p:extLst>
      <p:ext uri="{BB962C8B-B14F-4D97-AF65-F5344CB8AC3E}">
        <p14:creationId xmlns:p14="http://schemas.microsoft.com/office/powerpoint/2010/main" val="2084288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32</Words>
  <Application>Microsoft Office PowerPoint</Application>
  <PresentationFormat>와이드스크린</PresentationFormat>
  <Paragraphs>10</Paragraphs>
  <Slides>37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0" baseType="lpstr">
      <vt:lpstr>맑은 고딕</vt:lpstr>
      <vt:lpstr>Arial</vt:lpstr>
      <vt:lpstr>Office 테마</vt:lpstr>
      <vt:lpstr>0과 1의 세계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감사합니다.</vt:lpstr>
      <vt:lpstr>PowerPoint 프레젠테이션</vt:lpstr>
      <vt:lpstr>ClassFull Address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ClassLess Address</vt:lpstr>
      <vt:lpstr>PowerPoint 프레젠테이션</vt:lpstr>
      <vt:lpstr>특수 주소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진짜 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0과 1의 세계</dc:title>
  <dc:creator>user</dc:creator>
  <cp:lastModifiedBy>user</cp:lastModifiedBy>
  <cp:revision>5</cp:revision>
  <dcterms:created xsi:type="dcterms:W3CDTF">2022-07-21T17:20:56Z</dcterms:created>
  <dcterms:modified xsi:type="dcterms:W3CDTF">2022-07-21T18:30:01Z</dcterms:modified>
</cp:coreProperties>
</file>